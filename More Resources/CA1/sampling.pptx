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cmu.edu/~epxing/Class/10708-20/lectures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FBB9-F1F1-9C17-FF23-914D144D6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6EB5EA-59F5-BD35-5E2B-9CB2467F3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Slides adopted from </a:t>
            </a:r>
            <a:r>
              <a:rPr lang="en-US" dirty="0">
                <a:hlinkClick r:id="rId2"/>
              </a:rPr>
              <a:t>Xing’s , CMU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871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B7DB-3D8F-E752-1E44-DB2715C7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Rejection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2BBB02-756C-4321-291B-A37774B9EB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wish to sample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p(x) is difficult to sample, but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easy to evaluate.</a:t>
                </a:r>
              </a:p>
              <a:p>
                <a:pPr lvl="1"/>
                <a:r>
                  <a:rPr lang="en-US" dirty="0"/>
                  <a:t>We choose a simpler distribution, called proposal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that we sample from it easily.</a:t>
                </a:r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Sample from Q(x) : </a:t>
                </a:r>
                <a14:m>
                  <m:oMath xmlns:m="http://schemas.openxmlformats.org/officeDocument/2006/math">
                    <m:acc>
                      <m:accPr>
                        <m:chr m:val="́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Accept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́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́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2BBB02-756C-4321-291B-A37774B9EB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BAA129B-16F9-4EE6-7FBF-B50B15BFD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737" y="3829084"/>
            <a:ext cx="4525006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7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6B663-6B85-CCCD-1EC7-57D130C9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Rejection Sampling, </a:t>
            </a:r>
            <a:r>
              <a:rPr lang="en-US" dirty="0" err="1"/>
              <a:t>contd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F15DB0-7E53-B856-EF2E-DDF8DB7177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Correctness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́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𝑘𝑄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́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𝑘𝑄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́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acc>
                              <m:accPr>
                                <m:chr m:val="́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Acceptance probability</a:t>
                </a:r>
              </a:p>
              <a:p>
                <a:pPr lvl="1"/>
                <a:r>
                  <a:rPr lang="en-US" dirty="0"/>
                  <a:t>P(accept)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́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𝑘𝑄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limLoc m:val="undOvr"/>
                                <m:subHide m:val="on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acc>
                                  <m:accPr>
                                    <m:chr m:val="́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  <m:r>
                                  <m:rPr>
                                    <m:brk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F15DB0-7E53-B856-EF2E-DDF8DB7177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3106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43EB-B1F6-7902-4EDA-B28DCC2B7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Metropolis-Hastings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198C83-A36F-407F-8149-8FAB0B3AD3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Initialize starting 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, set t=0</a:t>
                </a:r>
              </a:p>
              <a:p>
                <a:r>
                  <a:rPr lang="en-US" dirty="0" err="1"/>
                  <a:t>Burn-in:while</a:t>
                </a:r>
                <a:r>
                  <a:rPr lang="en-US" dirty="0"/>
                  <a:t> samples have not converged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Sample </a:t>
                </a:r>
                <a14:m>
                  <m:oMath xmlns:m="http://schemas.openxmlformats.org/officeDocument/2006/math">
                    <m:acc>
                      <m:accPr>
                        <m:chr m:val="́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́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́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⁡(1,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́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acc>
                              <m:accPr>
                                <m:chr m:val="́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́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𝑈𝑛𝑖𝑓𝑜𝑟𝑚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(0, 1)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́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́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Else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 = t+1</a:t>
                </a:r>
              </a:p>
              <a:p>
                <a:r>
                  <a:rPr lang="en-US" dirty="0"/>
                  <a:t>For n=1…N</a:t>
                </a:r>
              </a:p>
              <a:p>
                <a:pPr lvl="2"/>
                <a:r>
                  <a:rPr lang="en-US" dirty="0"/>
                  <a:t>Draw samples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with acceptance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198C83-A36F-407F-8149-8FAB0B3AD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24B890-43A6-B846-EE08-9B55A15C8ABE}"/>
              </a:ext>
            </a:extLst>
          </p:cNvPr>
          <p:cNvSpPr/>
          <p:nvPr/>
        </p:nvSpPr>
        <p:spPr>
          <a:xfrm>
            <a:off x="1435608" y="3694176"/>
            <a:ext cx="2990088" cy="134416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00D226-EFF3-D318-0A49-18EA5BB46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441" y="2341023"/>
            <a:ext cx="5992061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367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027C1-534A-BB43-385C-20E23A6D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Langevin Dynamics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FCB6B8-5F4C-06D8-C530-E6DF0A4474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any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, consider having score function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b="0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be a prior distribution that is easy to sample from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Repeat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b="0" dirty="0"/>
                  <a:t> for t=0, 1, 2, …, T-1,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pPr marL="274320" lvl="1" indent="0">
                  <a:buNone/>
                </a:pPr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FCB6B8-5F4C-06D8-C530-E6DF0A447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46B4994-8580-D41D-97A6-C34D568E0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963" y="3666744"/>
            <a:ext cx="4579567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19348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57</TotalTime>
  <Words>261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Cambria Math</vt:lpstr>
      <vt:lpstr>Corbel</vt:lpstr>
      <vt:lpstr>Basis</vt:lpstr>
      <vt:lpstr>sampling</vt:lpstr>
      <vt:lpstr>Rejection Sampling</vt:lpstr>
      <vt:lpstr>Rejection Sampling, contd</vt:lpstr>
      <vt:lpstr>Metropolis-Hastings</vt:lpstr>
      <vt:lpstr>Langevin Dynamics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javad pesarakloo</dc:creator>
  <cp:lastModifiedBy>javad pesarakloo</cp:lastModifiedBy>
  <cp:revision>1</cp:revision>
  <dcterms:created xsi:type="dcterms:W3CDTF">2025-03-21T03:26:49Z</dcterms:created>
  <dcterms:modified xsi:type="dcterms:W3CDTF">2025-03-21T04:24:28Z</dcterms:modified>
</cp:coreProperties>
</file>